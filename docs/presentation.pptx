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78" r:id="rId15"/>
    <p:sldId id="267" r:id="rId16"/>
    <p:sldId id="268" r:id="rId17"/>
    <p:sldId id="279" r:id="rId18"/>
    <p:sldId id="269" r:id="rId19"/>
    <p:sldId id="290" r:id="rId20"/>
    <p:sldId id="291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70" r:id="rId30"/>
    <p:sldId id="271" r:id="rId31"/>
    <p:sldId id="272" r:id="rId32"/>
    <p:sldId id="273" r:id="rId33"/>
    <p:sldId id="274" r:id="rId34"/>
    <p:sldId id="275" r:id="rId35"/>
    <p:sldId id="28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585" y="969645"/>
            <a:ext cx="10792460" cy="1814830"/>
          </a:xfrm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AI-Powered Job Matching &amp; Resume Optimization System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0" y="2927350"/>
            <a:ext cx="9218295" cy="3745230"/>
          </a:xfrm>
        </p:spPr>
        <p:txBody>
          <a:bodyPr/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Amadou </a:t>
            </a:r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Sarjo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Jallow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Jones Omoyibo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GB" b="1">
                <a:latin typeface="Times New Roman" panose="02020603050405020304" charset="0"/>
                <a:cs typeface="Times New Roman" panose="02020603050405020304" charset="0"/>
              </a:rPr>
              <a:t>Williams Afotey Botchway</a:t>
            </a:r>
            <a:endParaRPr lang="en-GB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Agenda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0"/>
            <a:ext cx="10972800" cy="495300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Objective &amp; Target Audience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Application Overview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System Workflow &amp; Orchestration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 ( Overall Image Representation 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Project Structure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Agents &amp; Features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UI Demo 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Team Contributions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Conclusion &amp; Reflection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 &amp; Audience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Build an AI-powered system that automatically matches users with relevant jobs and generates tailored resumes using a multi-agent architecture.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Target Audience: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Job seekers (students, entry-level, professionals)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Individuals applying to multiple jobs efficiently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Users needing resume optimization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 &amp; Audience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Problem Solved: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Manual job searching is time-consuming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Generic resumes reduce interview chances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Lack of personalization in job applications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Application Overview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application uses multiple AI agents to: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Parse a user’s resume into structured data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Fetch job listings from external APIs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Match jobs based on skills and experience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Rank jobs by relevance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Aggregate and clean results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Display results through a user interface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Generate tailored resumes for selected jobs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 Overview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Key Idea: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modular multi-agent system where each agent performs a specific task in the pipeline.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582613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System Workflow &amp; Orchestration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82295"/>
            <a:ext cx="10972800" cy="6275705"/>
          </a:xfrm>
        </p:spPr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Pipeline Overview:</a:t>
            </a:r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workflow-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0320" y="885825"/>
            <a:ext cx="4941570" cy="6013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582613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Project Structure (Screenshot Slide)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project-struc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3965" y="621030"/>
            <a:ext cx="9708515" cy="6137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2235"/>
            <a:ext cx="10972800" cy="582930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Structure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4530"/>
            <a:ext cx="10972800" cy="6073775"/>
          </a:xfrm>
        </p:spPr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Description: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career_agents/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Core AI agents (parser, remotive_matcher,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arbeitnow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_matcher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aggregator, resume generator)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agent_tools/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Contains Function tools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utils/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Helper functions (PDF parsing, scoring, etc)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scripts/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 pdf generation script etc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ui/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Gradio interface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main.py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Entry point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career_agents/orchestrator.py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Controls Deterministic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docs/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 docs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Agents &amp; Features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Resume Parser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Extract structured data from resume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Profile JSON: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Skills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Experience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Projects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Education etc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2. Remotive Matcher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Fetch jobs using fetch_remotive_jobs()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Match jobs against user profile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Assign match scores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3. Arbeitnow Matcher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Fetch jobs using fetch_arbeitnow_jobs()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Match jobs against user profile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Assign match scores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Matcher Features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Uses external APIs (tool-based integration)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Performs filtering + ranking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Outputs normalized job structure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4. Aggregator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Combine job results from both matchers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Remove duplicates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Sort jobs by match score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Return top results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5. Resume Tailor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Generate a job-specific resume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Highlight relevant skills and experience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Save resume locally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6. Orchestrator (Non-Agent Component)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Role: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Controls system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Calls agents in correct sequence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Ensures data flows correctly between components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Key System Features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Modular multi-agent design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Tool-augmented agents (API integration)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Parallel job matching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Built-in ranking inside matchers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Clean separation of responsibilities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5035" y="1174750"/>
            <a:ext cx="10913745" cy="5217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0.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8310" y="1034415"/>
            <a:ext cx="11295380" cy="5085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UI Demo Flow 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tep-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56915" y="895350"/>
            <a:ext cx="5674995" cy="59626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1.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21685" y="1236345"/>
            <a:ext cx="5777865" cy="50431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1.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3985" y="580390"/>
            <a:ext cx="4230370" cy="61709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9125" y="1577340"/>
            <a:ext cx="8996680" cy="42938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2.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05075" y="1013460"/>
            <a:ext cx="7181850" cy="5289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18665" y="1202690"/>
            <a:ext cx="8270875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3.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0355" y="1532890"/>
            <a:ext cx="8872855" cy="37915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 Flow </a:t>
            </a:r>
            <a:endParaRPr lang="en-GB" altLang="en-US"/>
          </a:p>
        </p:txBody>
      </p:sp>
      <p:pic>
        <p:nvPicPr>
          <p:cNvPr id="4" name="Content Placeholder 3" descr="step-3.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0980" y="1231900"/>
            <a:ext cx="8794115" cy="46621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Team Contributions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Amadou Sarjo Jallow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Designed overall system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Implemented orchestrator and multi-agent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Built and integrated the Gradio UI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Contributions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Jones Omoyibo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Developed Resume Parser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Implemented Resume Tailor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Built Aggregator Agent for result consolidation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Contributions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Williams Afotey Botchway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Developed Remotive Matcher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Developed Arbeitnow Matcher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Implemented API function tools for job fetching and integration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Repository Link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https://github.com/AMS-JR/ai-career-assistant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Includes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Full source code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Agent implementations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API integrations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UI (Gradio)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GitHub Repository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Conclusion &amp; SCI Reflection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Successfully built a scalable AI-driven job matching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Demonstrated the power of multi-agent architectures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Improved efficiency of job searching and resume customization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 &amp; SCI Reflection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SCI Reflection (Systems &amp; Computational Intelligence):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Orchestrator represents a form of centralized control, similar to principles in control systems, where a central mechanism coordinates all components to achieve a goal.</a:t>
            </a:r>
            <a:endParaRPr lang="en-US" altLang="en-GB" sz="320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aligns with SCI’s idea that a unified intelligence coordinates different parts of a system to function harmoniou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 &amp; SCI Reflection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use of multiple agents demonstrates distributed intelligence, where each agent performs a specialized role.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reflects the SCI concept that intelligence is expressed through different components, but originates from a deeper unified structure.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4520</Words>
  <Application>WPS Presentation</Application>
  <PresentationFormat>Widescreen</PresentationFormat>
  <Paragraphs>221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AI-Powered Job Matching &amp; Resume Optimization System</vt:lpstr>
      <vt:lpstr>Agenda</vt:lpstr>
      <vt:lpstr>Objective &amp; Audience</vt:lpstr>
      <vt:lpstr>Objective &amp; Audience</vt:lpstr>
      <vt:lpstr>Application Overview</vt:lpstr>
      <vt:lpstr>Application Overview</vt:lpstr>
      <vt:lpstr>System Workflow &amp; Orchestration</vt:lpstr>
      <vt:lpstr>Project Structure (Screenshot Slide)</vt:lpstr>
      <vt:lpstr>Project Structure</vt:lpstr>
      <vt:lpstr>Agents &amp; Features</vt:lpstr>
      <vt:lpstr>Agents &amp; Features</vt:lpstr>
      <vt:lpstr>PowerPoint 演示文稿</vt:lpstr>
      <vt:lpstr>PowerPoint 演示文稿</vt:lpstr>
      <vt:lpstr>Agents &amp; Features</vt:lpstr>
      <vt:lpstr>Agents &amp; Features</vt:lpstr>
      <vt:lpstr>PowerPoint 演示文稿</vt:lpstr>
      <vt:lpstr>Agents &amp; Features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Team Contributions</vt:lpstr>
      <vt:lpstr>Team Contributions</vt:lpstr>
      <vt:lpstr>Team Contributions</vt:lpstr>
      <vt:lpstr>GitHub Repository</vt:lpstr>
      <vt:lpstr>Conclusion &amp; SCI Reflection</vt:lpstr>
      <vt:lpstr>Conclusion &amp; SCI Reflection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AMS Jallow</cp:lastModifiedBy>
  <cp:revision>40</cp:revision>
  <dcterms:created xsi:type="dcterms:W3CDTF">2025-07-23T00:59:00Z</dcterms:created>
  <dcterms:modified xsi:type="dcterms:W3CDTF">2026-04-11T09:48:54Z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54E3B25BCD2745478B9940572D8AF892_11</vt:lpwstr>
  </property>
  <property fmtid="{D5CDD505-2E9C-101B-9397-08002B2CF9AE}" pid="3" name="KSOProductBuildVer">
    <vt:lpwstr>2057-12.2.0.23197</vt:lpwstr>
  </property>
</Properties>
</file>