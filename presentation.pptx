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585" y="969645"/>
            <a:ext cx="10792460" cy="1814830"/>
          </a:xfrm>
        </p:spPr>
        <p:txBody>
          <a:bodyPr/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AI-Powered Job Matching &amp; Resume Optimization System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750" y="2927350"/>
            <a:ext cx="9218295" cy="3745230"/>
          </a:xfrm>
        </p:spPr>
        <p:txBody>
          <a:bodyPr/>
          <a:p>
            <a:pPr algn="ctr"/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Team Members: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Amadou </a:t>
            </a:r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Sarjo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Jallow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Jones Omoyibo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GB" b="1">
                <a:latin typeface="Times New Roman" panose="02020603050405020304" charset="0"/>
                <a:cs typeface="Times New Roman" panose="02020603050405020304" charset="0"/>
              </a:rPr>
              <a:t>Williams Afotey Botchway</a:t>
            </a:r>
            <a:endParaRPr lang="en-GB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Agenda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Objective &amp; Target Audience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Application Overview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System Workflow &amp; Orchestration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 ( Overall Image Representation 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Project Structure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Agents &amp; Features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Team Contributions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GitHub Repository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Conclusion &amp; Reflection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Objective &amp; Audience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Objective: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Build an AI-powered system that automatically matches users with relevant jobs and generates tailored resumes using a multi-agent architecture.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Target Audience: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Job seekers (students, entry-level, professionals)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Individuals applying to multiple jobs efficiently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Users needing resume optimization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Objective &amp; Audience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Problem Solved: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Manual job searching is time-consuming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Generic resumes reduce interview chances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Lack of personalization in job applications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Application Overview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application uses multiple AI agents to: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Parse a user’s resume into structured data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Fetch job listings from external APIs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Match jobs based on skills and experience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Rank jobs by relevance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Aggregate and clean results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Display results through a user interface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Generate tailored resumes for selected jobs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 Overview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Key Idea: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 modular multi-agent system where each agent performs a specific task in the pipeline.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System Workflow &amp; Orchestration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Pipeline Overview: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 TO BE REMOVED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Resume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Parser Agent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Profile JSON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Orchestrator Agent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Remotive Matcher + Arbeitnow Matcher (parallel)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Ranking Agent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Aggregator Agent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UI (Gradio)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↓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Tailored Resume Agent (on demand)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Project Structure (Screenshot Slide)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screenshot of our folder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Structure</a:t>
            </a:r>
            <a:endParaRPr lang="en-GB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Description: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agents/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Core AI agents (parser, matcher, ranking, aggregator, resume generator)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apis/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External job API integrations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utils/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Helper functions (PDF parsing, scoring)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ui/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Gradio interface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main.py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Entry point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pipeline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.py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Controls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Agents &amp; Features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Resume Parser Agent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Extracts skills, experience, and roles from resume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Outputs structured Profile JSON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Matcher Agents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Remotive Matcher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Arbeitnow Matcher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Function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Fetch jobs from APIs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Filter jobs based on user profile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Ranking Agent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Assigns a relevance score to each job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Uses: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Skill matching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Keyword similarity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Aggregator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Combines results from all sources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Removes duplicate jobs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Sorts by highest score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Returns top matches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5.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Resume Generator Agent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Creates tailored resumes for specific jobs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Aligns resume content with job descriptions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Agents &amp;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Key Feature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Modular multi-agent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Scalable and easy to extend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✔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Parallel processing for efficiency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Team Contributions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Amadou </a:t>
            </a:r>
            <a:r>
              <a:rPr lang="en-GB" altLang="en-US" b="1">
                <a:latin typeface="Times New Roman" panose="02020603050405020304" charset="0"/>
                <a:cs typeface="Times New Roman" panose="02020603050405020304" charset="0"/>
              </a:rPr>
              <a:t>Sarjo </a:t>
            </a: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Jallow: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Designed system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Implemented orchestrator and agent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Built resume parsing and ranking logic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Integrated APIs and UI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Contributions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Jones Omoyibo: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Designed system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Implemented orchestrator and agent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Built resume parsing and ranking logic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Integrated APIs and UI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</p:spPr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Contributions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Williams Afotey Botchway:</a:t>
            </a:r>
            <a:endParaRPr lang="en-GB" altLang="en-GB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Designed system architecture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Implemented orchestrator and agent workflow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Built resume parsing and ranking logic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Integrated APIs and UI</a:t>
            </a:r>
            <a:endParaRPr lang="en-GB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GitHub Repository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Repository Link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https://github.com/AMS-JR/ai-career-assistant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Includes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Full source code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Agent implementations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API integrations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UI (Gradio)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GitHub Repository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Conclusion &amp; SCI Reflection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Successfully built a scalable AI-driven job matching system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Demonstrated the power of multi-agent architectures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Improved efficiency of job searching and resume customization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 &amp; SCI Reflection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</a:rPr>
              <a:t>SCI Reflection (Systems &amp; Computational Intelligence):</a:t>
            </a:r>
            <a:endParaRPr lang="en-US" altLang="en-GB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 - &gt; TO BE CHANGED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Applied modular system design using independent agents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Used orchestration to coordinate complex workflows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Demonstrated parallel processing with multiple matchers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Showed how AI can automate real-world decision-making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3732</Words>
  <Application>WPS Presentation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Gear Drives</vt:lpstr>
      <vt:lpstr>AI-Powered Job Matching &amp; Resume Optimization System</vt:lpstr>
      <vt:lpstr>Agenda</vt:lpstr>
      <vt:lpstr>Objective &amp; Audience</vt:lpstr>
      <vt:lpstr>Objective &amp; Audience</vt:lpstr>
      <vt:lpstr>Application Overview</vt:lpstr>
      <vt:lpstr>Application Overview</vt:lpstr>
      <vt:lpstr>System Workflow &amp; Orchestration</vt:lpstr>
      <vt:lpstr>Project Structure (Screenshot Slide)</vt:lpstr>
      <vt:lpstr>Project Structure</vt:lpstr>
      <vt:lpstr>Agents &amp; Features</vt:lpstr>
      <vt:lpstr>Agents &amp; Features</vt:lpstr>
      <vt:lpstr>Agents &amp; Features</vt:lpstr>
      <vt:lpstr>Agents &amp; Features</vt:lpstr>
      <vt:lpstr>Agents &amp; Features</vt:lpstr>
      <vt:lpstr>Team Contributions</vt:lpstr>
      <vt:lpstr>Team Contributions</vt:lpstr>
      <vt:lpstr>Team Contributions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AMS Jallow</cp:lastModifiedBy>
  <cp:revision>22</cp:revision>
  <dcterms:created xsi:type="dcterms:W3CDTF">2025-07-23T00:59:00Z</dcterms:created>
  <dcterms:modified xsi:type="dcterms:W3CDTF">2026-04-08T03:45:05Z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54E3B25BCD2745478B9940572D8AF892_11</vt:lpwstr>
  </property>
  <property fmtid="{D5CDD505-2E9C-101B-9397-08002B2CF9AE}" pid="3" name="KSOProductBuildVer">
    <vt:lpwstr>2057-12.2.0.23197</vt:lpwstr>
  </property>
</Properties>
</file>